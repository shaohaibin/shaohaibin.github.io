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>
        <p:scale>
          <a:sx n="92" d="100"/>
          <a:sy n="92" d="100"/>
        </p:scale>
        <p:origin x="135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89D1E-CE46-F557-E978-A537F757B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17146B-F435-E52D-883F-A12A57E41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3DD1B5-0859-6651-156E-083093F0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1F3E3-B183-E25F-A5F9-C2972EE50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2D4719-847D-D6D1-5CC1-4F22F45E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298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77F65-5CFA-3F8F-EB06-E977C9A1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51A1B4-AFC7-3738-5900-EDF79D98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1ED324-A56E-3B80-D6BF-97C3D7C1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AEC8E-1E0C-0F93-75F6-B59D078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559AE0-4721-AD2F-8B61-8E310402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1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EFEE5-1D39-1CED-49A9-29F1200A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7E5DD8-38B8-593F-DFE2-9C0C23C3B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A15C2-DD60-F344-AEBA-BB9380B2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91DCA-582D-BFAA-B041-7BC2560F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B67EA-A93F-66AA-52D2-04B62016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814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B3386-C6FE-AD68-B052-A88231C9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548F4C-7C7C-864D-C74F-73B6B6F7A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8DE31-0655-36D0-6A9F-7E966824C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2EEBF5-64F4-1D3C-D144-0B68A054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9CBA3A-EDDD-59EA-027D-8E4A070E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C5819B-66AA-7C59-6329-5017D467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22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215EA-023E-75CE-7DD2-35DC50DEA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E697C3-99F3-C8FE-C53B-3C056D72A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6F1A21-F7F5-F8EF-A4C9-90659AE7B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40DC5A-4C75-7FC7-8F15-08AEE10EA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0EDC24-8342-D0CF-D734-71DBF9DBA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5C84D9-BB64-157C-71EB-F81B0810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BCBF58-C506-5C3D-A755-BCBEC9A7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C6F826-1AD4-9D07-07D4-06450106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83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BEEFA-4DC5-D193-CFBD-0EBCBC4C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923BC9-C457-E129-55F4-F7BC1A7B1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57348D-E34E-3CA7-1498-B2D15A1F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B2CE58-D996-5C95-5E09-2C0CF07A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075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B94D9D-72DF-1731-6B60-FD004628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3664D5-B190-6065-EBA7-34763B4E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3F030F-9B54-733D-20B2-5707C08B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896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FECE5-94A0-B1C9-C429-A46456A3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9134B7-7250-AA9F-9315-49EE3C016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A7BE54-9AF9-6249-D2A6-F90D3050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44AB3E-CC49-5332-204B-A755DF59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0B2283-2108-4389-2762-9207B011A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01DEBE-E67F-917F-8B08-77A9E59C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112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00BFB-DCD3-7647-C606-CF7F44AD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AFD579-46D0-F588-AB82-47038A014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045101-AC66-5F7A-05A2-C43E02CF4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D4F8B8-ACC7-ECA8-FDAF-0DD35B40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DCA9BD-A3E9-89EE-170E-AD8A907E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F07785-BE45-32F3-234D-CF583202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523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48522-278C-8805-5848-B74B1B51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CB59FF-920C-39A6-762C-E8089F325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73429-8808-22FD-3F6C-B07F357A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FFE0E-CC6B-DB6A-ABE0-5C98276B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F90C7-5618-8C42-1D6F-DF34232E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024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A7824B-47D9-B39F-8A18-1F37E403C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ACCE4-E881-EE13-CCDF-E2A9CE24C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18E488-6EE5-3FA2-4640-8EC2B872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6058F-1DC6-5F71-FF14-FCE09F95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2E639-0061-FE6C-DBF8-31159A50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728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979C93-FC33-7467-D76B-498BA4B4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3767C-E488-DD55-0751-8010BE0C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3306A-DDF4-0BEC-540A-A3AD61554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3C271-02AD-144A-97FC-B53491892C7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F30E70-3E37-2499-0EC7-9E4E60FED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17CCCA-2A06-035B-7FA6-0ACAFB929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5777A-172A-FF4B-AE76-A6FAB5F1A4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13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6FC7C5-2AE6-56E3-747C-266A4DB71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96005"/>
            <a:ext cx="4938889" cy="36965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D5E223-9CBF-3D7F-515E-DFE977B2C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395" y="496005"/>
            <a:ext cx="4156921" cy="36965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E396E84-B99F-2181-28A2-223F1F831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316" y="496004"/>
            <a:ext cx="4229100" cy="369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8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Haibin Shao</dc:creator>
  <cp:lastModifiedBy>Haibin Shao</cp:lastModifiedBy>
  <cp:revision>2</cp:revision>
  <dcterms:created xsi:type="dcterms:W3CDTF">2026-04-20T07:04:30Z</dcterms:created>
  <dcterms:modified xsi:type="dcterms:W3CDTF">2026-04-20T07:25:37Z</dcterms:modified>
</cp:coreProperties>
</file>