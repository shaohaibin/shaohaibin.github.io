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13" d="100"/>
          <a:sy n="113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0EFF84-4A7F-9EBC-3426-E475B22CA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3E988F-3567-B0E1-C7A7-F73B056B0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4310DF-8E42-2E3E-97B1-C66A4CD8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3AA72B-5640-BE81-7916-8120F3C8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A3598B-D610-DD66-7A38-FF0F73FE8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761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7F83E-A2AB-318C-09B0-DBA5744B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5C6107-32DB-B64F-0CAB-C549C3A37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CF6576-393A-7802-09D4-2CE8F85BA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F48D8-8CD2-EE48-7772-52D4EF55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03682A-CA48-9B1C-D799-2E9E8C928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2617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EDDE-61D8-C7A2-D582-5CE1C90B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BB0787-6137-BED0-F0BB-7A96A885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69808D-F7E4-061A-C3AC-3CC9029F9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4A0E3D-9883-7CA6-A41F-8A439E7C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DB39A7-62B8-042A-D2AA-84665828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32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861D7-4A9C-3CCE-1CBC-BFBE678A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728F0C-73CB-B2FC-DBC0-38C27DB72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5E7D5A-F695-0F05-AA79-000C2DE53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0AD392-6B96-1E55-9FA0-D3A0DD34D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DB11B0C-37D7-F2DA-5EE8-F4243FEE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C30229-A757-922F-62EB-639C2C50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452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920B28-D80B-EFB8-67B0-487175526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66F47A-CB8C-5141-6594-0FCBC5408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590CE8-BBE9-E509-B12B-B4B96A784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DD1977-A2FA-6A26-020E-3251734AFE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C7DB4F-EADC-B3FE-EE0F-72948709A6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DB6DC83-28F2-1427-E2AF-670C735AB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F0E705-C8A5-DB2B-BA3E-64379DE64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6C6AA2-C24F-1295-DBAA-7FA397532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5138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7E6F4-C29B-0D8B-46C5-1F15803C6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D3603C-94BF-73E0-1028-5A9BE5CD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AD4876-6250-A677-CA28-30FD6A84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D35194-EAE6-71D0-15A6-AA34E7FC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953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400CBE-1252-2485-DCA7-D02CA3EF3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E58D2A-7B6C-9661-C9A0-A40C904C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311451-C073-D6F1-BC30-8CB2A634F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285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AB9CC9-4B03-5A18-4AC0-B561D7EF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98A31F-D134-0DE7-3088-21901C8FF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A71FD5-1104-1D61-6791-B75226D71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4A73BB-FF2A-C002-907F-78A52DA36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6C2878-9A4A-1780-79E6-DBAEB5A6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4DB566-E576-2DD4-8D2E-FDC5FDCE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760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737D5-1767-2514-4D89-DA73CB5E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81C7B1-2637-489E-4AA9-6AD5C808F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9C6ADF-FE86-1C29-971B-D5A6A17C1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758165-9610-4622-8182-857ECCC82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983C09-CA28-7CE6-B802-A3B6E6C03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A2439D-6E0E-F6C0-4476-E726AA78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2477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DD919-A0E8-7C7C-B6FD-1CFCABE7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3A472A-F91F-BB86-3F1E-F29BE7249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49623F-0752-5AC8-F8A7-D901BF206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9903FD-46C1-E28B-7924-F540D93BA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4F981-B7A1-0569-712E-A92E2E46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854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C131FC-8169-CFFB-3A71-C4B7C957A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BFFE71-CB6A-A127-3040-51B3934E3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2C5680-9722-859D-C280-FC4224C8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9891DB-4826-F145-47B4-6ED1A76E8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DBE99D-5DBE-FF1B-30FC-9E186A73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370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B8BEA3-9C3B-EC17-8153-E79D4327D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B305F9-2F75-BAB9-58D5-E13BBE6CE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0A227E-1815-AAFA-F3F9-213F48949E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DAAB8-4C68-CE49-9CB2-7003F4B5FD19}" type="datetimeFigureOut">
              <a:rPr kumimoji="1" lang="zh-CN" altLang="en-US" smtClean="0"/>
              <a:t>2026/4/20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8C85C7-A41A-4825-59E2-04C3C51BF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0A5A6A-F207-6FBC-8E3A-4E38BD831B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C3943-D5D0-0941-ADED-37B45ECF5F7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4346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8ADD007-A660-4CC6-6658-061B64C96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77" y="579035"/>
            <a:ext cx="3987800" cy="26543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3A5F3B-E538-6189-FFAB-915265D75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877" y="3450878"/>
            <a:ext cx="3995446" cy="290048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6DC8ECA-DAFF-5A8E-B025-F3C6EE72F9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" b="26176"/>
          <a:stretch/>
        </p:blipFill>
        <p:spPr>
          <a:xfrm>
            <a:off x="5325541" y="3450879"/>
            <a:ext cx="3987800" cy="2900484"/>
          </a:xfrm>
          <a:prstGeom prst="rect">
            <a:avLst/>
          </a:prstGeom>
        </p:spPr>
      </p:pic>
      <p:pic>
        <p:nvPicPr>
          <p:cNvPr id="2" name="内容占位符 4">
            <a:extLst>
              <a:ext uri="{FF2B5EF4-FFF2-40B4-BE49-F238E27FC236}">
                <a16:creationId xmlns:a16="http://schemas.microsoft.com/office/drawing/2014/main" id="{9EDBC803-A7EB-9B68-1D51-CA9D64CD1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5541" y="579035"/>
            <a:ext cx="39878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758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Haibin Shao</dc:creator>
  <cp:lastModifiedBy>Haibin Shao</cp:lastModifiedBy>
  <cp:revision>2</cp:revision>
  <dcterms:created xsi:type="dcterms:W3CDTF">2026-04-19T09:29:53Z</dcterms:created>
  <dcterms:modified xsi:type="dcterms:W3CDTF">2026-04-20T07:11:01Z</dcterms:modified>
</cp:coreProperties>
</file>